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302DBA-8ADC-48B1-8C02-B0DBE7536497}">
  <a:tblStyle styleId="{EB302DBA-8ADC-48B1-8C02-B0DBE75364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b1b0252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b1b0252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b1b0252b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b1b0252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b1b0252b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b1b0252b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b1b0252b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b1b0252b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b1b0252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b1b0252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luetooth.com/zh-cn/bluetooth-le-primer/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ezurio.com/resources/blog/what-s-new-in-bluetooth-5-4?utm_source=chatgpt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ko" sz="3150">
                <a:solidFill>
                  <a:srgbClr val="151515"/>
                </a:solidFill>
                <a:highlight>
                  <a:srgbClr val="FFFFFF"/>
                </a:highlight>
              </a:rPr>
              <a:t>Bluetooth Advertising Data Basics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2025.05.20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🔗 체인 광고 (Chained Advertising)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체인 광고는 Bluetooth 5.0에서 도입된 기능으로, 하나의 광고 패킷이 최대 255바이트의 데이터를 전송할 수 있는 제한을 넘어설 수 있도록 여러 개의 광고 패킷을 연결하여 전송하는 방식입니다.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목적</a:t>
            </a:r>
            <a:r>
              <a:rPr lang="ko" sz="1100">
                <a:solidFill>
                  <a:schemeClr val="dk1"/>
                </a:solidFill>
              </a:rPr>
              <a:t>: 하나의 광고 패킷 크기 제한을 넘어서는 대용량 데이터를 여러 개의 광고 패킷으로 분할하여 전송합니다.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동작 방식</a:t>
            </a:r>
            <a:r>
              <a:rPr lang="ko" sz="1100">
                <a:solidFill>
                  <a:schemeClr val="dk1"/>
                </a:solidFill>
              </a:rPr>
              <a:t>: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AUX_ADV_IND</a:t>
            </a:r>
            <a:r>
              <a:rPr lang="ko" sz="1100">
                <a:solidFill>
                  <a:schemeClr val="dk1"/>
                </a:solidFill>
              </a:rPr>
              <a:t>: 첫 번째 광고 패킷으로, 실제 광고 데이터를 포함합니다.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AUX_CHAIN_IND</a:t>
            </a:r>
            <a:r>
              <a:rPr lang="ko" sz="1100">
                <a:solidFill>
                  <a:schemeClr val="dk1"/>
                </a:solidFill>
              </a:rPr>
              <a:t>: 이후의 광고 패킷으로, 이전 패킷의 데이터를 이어받아 전송합니다. 각 패킷은 </a:t>
            </a:r>
            <a:r>
              <a:rPr b="1" lang="ko" sz="1100">
                <a:solidFill>
                  <a:schemeClr val="dk1"/>
                </a:solidFill>
              </a:rPr>
              <a:t>AuxPtr</a:t>
            </a:r>
            <a:r>
              <a:rPr lang="ko" sz="1100">
                <a:solidFill>
                  <a:schemeClr val="dk1"/>
                </a:solidFill>
              </a:rPr>
              <a:t>를 통해 다음 패킷의 위치를 가리킵니다.</a:t>
            </a:r>
            <a:br>
              <a:rPr lang="ko" sz="1100" u="sng">
                <a:solidFill>
                  <a:schemeClr val="hlink"/>
                </a:solidFill>
                <a:hlinkClick r:id="rId3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장점</a:t>
            </a:r>
            <a:r>
              <a:rPr lang="ko" sz="1100">
                <a:solidFill>
                  <a:schemeClr val="dk1"/>
                </a:solidFill>
              </a:rPr>
              <a:t>: 하나의 광고 세션에서 최대 1650바이트까지 데이터를 전송할 수 있으며, 여러 개의 패킷을 연결하여 대용량 데이터를 효율적으로 전송할 수 있습니다.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사용 예시</a:t>
            </a:r>
            <a:r>
              <a:rPr lang="ko" sz="1100">
                <a:solidFill>
                  <a:schemeClr val="dk1"/>
                </a:solidFill>
              </a:rPr>
              <a:t>: 대용량의 서비스 데이터나 펌웨어 이미지를 여러 개의 광고 패킷으로 분할하여 전송할 때 유용합니다.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📡 확장 광고 (Extended Advertising)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확장 광고는 Bluetooth 5.0에서 도입된 기능으로, 기존의 31바이트 제한을 넘어서는 대용량의 광고 데이터를 전송할 수 있도록 지원합니다.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목적</a:t>
            </a:r>
            <a:r>
              <a:rPr lang="ko" sz="1100">
                <a:solidFill>
                  <a:schemeClr val="dk1"/>
                </a:solidFill>
              </a:rPr>
              <a:t>: 기존 31바이트의 광고 데이터 제한을 넘어, 최대 255바이트까지 데이터를 전송할 수 있도록 지원합니다.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동작 방식</a:t>
            </a:r>
            <a:r>
              <a:rPr lang="ko" sz="1100">
                <a:solidFill>
                  <a:schemeClr val="dk1"/>
                </a:solidFill>
              </a:rPr>
              <a:t>: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ADV_EXT_IND</a:t>
            </a:r>
            <a:r>
              <a:rPr lang="ko" sz="1100">
                <a:solidFill>
                  <a:schemeClr val="dk1"/>
                </a:solidFill>
              </a:rPr>
              <a:t>: 주 광고 채널(채널 37, 38, 39)을 통해 전송되며, 보조 광고 채널에서 실제 광고 데이터를 포함하는 </a:t>
            </a:r>
            <a:r>
              <a:rPr b="1" lang="ko" sz="1100">
                <a:solidFill>
                  <a:schemeClr val="dk1"/>
                </a:solidFill>
              </a:rPr>
              <a:t>AUX_ADV_IND</a:t>
            </a:r>
            <a:r>
              <a:rPr lang="ko" sz="1100">
                <a:solidFill>
                  <a:schemeClr val="dk1"/>
                </a:solidFill>
              </a:rPr>
              <a:t> 패킷의 위치를 가리키는 포인터인 </a:t>
            </a:r>
            <a:r>
              <a:rPr b="1" lang="ko" sz="1100">
                <a:solidFill>
                  <a:schemeClr val="dk1"/>
                </a:solidFill>
              </a:rPr>
              <a:t>AuxPtr</a:t>
            </a:r>
            <a:r>
              <a:rPr lang="ko" sz="1100">
                <a:solidFill>
                  <a:schemeClr val="dk1"/>
                </a:solidFill>
              </a:rPr>
              <a:t>를 포함합니다.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AUX_ADV_IND</a:t>
            </a:r>
            <a:r>
              <a:rPr lang="ko" sz="1100">
                <a:solidFill>
                  <a:schemeClr val="dk1"/>
                </a:solidFill>
              </a:rPr>
              <a:t>: 보조 광고 채널(채널 0~36)을 통해 전송되며, 실제 광고 데이터를 포함합니다.</a:t>
            </a:r>
            <a:br>
              <a:rPr lang="ko" sz="1100" u="sng">
                <a:solidFill>
                  <a:schemeClr val="hlink"/>
                </a:solidFill>
                <a:hlinkClick r:id="rId3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장점</a:t>
            </a:r>
            <a:r>
              <a:rPr lang="ko" sz="1100">
                <a:solidFill>
                  <a:schemeClr val="dk1"/>
                </a:solidFill>
              </a:rPr>
              <a:t>: 하나의 광고 패킷에서 최대 255바이트의 데이터를 전송할 수 있으며, 여러 개의 패킷을 연결하여 최대 1650바이트까지 전송할 수 있습니다.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사용 예시</a:t>
            </a:r>
            <a:r>
              <a:rPr lang="ko" sz="1100">
                <a:solidFill>
                  <a:schemeClr val="dk1"/>
                </a:solidFill>
              </a:rPr>
              <a:t>: 대용량의 서비스 데이터나 펌웨어 이미지를 광고를 통해 전송할 때 유용합니다.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⚖️ 확장 광고와 체인 광고의 차이점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490575" y="13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{EB302DBA-8ADC-48B1-8C02-B0DBE7536497}</a:tableStyleId>
              </a:tblPr>
              <a:tblGrid>
                <a:gridCol w="1093750"/>
                <a:gridCol w="3417950"/>
                <a:gridCol w="37597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항목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확장 광고 (Extended Advertising)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체인 광고 (Chained Advertising)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대용량 데이터 전송 지원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하나의 광고 패킷 크기 제한 극복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데이터 크기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최대 255바이트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최대 1650바이트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패킷 유형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ADV_EXT_IND, AUX_ADV_IND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AUX_ADV_IND, AUX_CHAIN_IND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연결 방식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보조 광고 채널을 통한 연결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패킷 체인을 통한 연결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사용 예시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대용량 서비스 데이터 전송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대용량 데이터를 여러 패킷으로 분할 전송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🔄 주기 광고 (Periodic Advertising)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주기 광고는 Bluetooth 5.0에서 도입된 기능으로, 일정한 간격으로 광고 패킷을 전송하여 스캐너가 이를 수신하고 동기화할 수 있도록 지원합니다.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동작 방식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ADV_EXT_IND</a:t>
            </a:r>
            <a:r>
              <a:rPr lang="ko" sz="1100">
                <a:solidFill>
                  <a:schemeClr val="dk1"/>
                </a:solidFill>
              </a:rPr>
              <a:t> 패킷을 통해 주 광고 채널에서 광고를 시작하며, 이후 보조 광고 채널에서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AUX_SYNC_IND</a:t>
            </a:r>
            <a:r>
              <a:rPr lang="ko" sz="1100">
                <a:solidFill>
                  <a:schemeClr val="dk1"/>
                </a:solidFill>
              </a:rPr>
              <a:t> 패킷을 주기적으로 전송하여 스캐너가 이를 수신하고 동기화합니다.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장점</a:t>
            </a:r>
            <a:r>
              <a:rPr lang="ko" sz="1100">
                <a:solidFill>
                  <a:schemeClr val="dk1"/>
                </a:solidFill>
              </a:rPr>
              <a:t>: 스캐너는 주기 광고를 통해 일정한 간격으로 데이터를 수신할 수 있으며, 이로 인해 전력 소비를 줄일 수 있습니다.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사용 예시</a:t>
            </a:r>
            <a:r>
              <a:rPr lang="ko" sz="1100">
                <a:solidFill>
                  <a:schemeClr val="dk1"/>
                </a:solidFill>
              </a:rPr>
              <a:t>: 비연결형 광고를 통해 여러 스캐너가 동일한 데이터를 수신해야 할 때 유용합니다.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📊 비교 요약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